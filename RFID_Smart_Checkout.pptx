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73" r:id="rId1"/>
  </p:sldMasterIdLst>
  <p:sldIdLst>
    <p:sldId id="256" r:id="rId2"/>
  </p:sldIdLst>
  <p:sldSz cx="21383625" cy="30275213"/>
  <p:notesSz cx="6735763" cy="9866313"/>
  <p:defaultTextStyle>
    <a:defPPr>
      <a:defRPr lang="ko-KR"/>
    </a:defPPr>
    <a:lvl1pPr marL="0" algn="l" defTabSz="2479578" rtl="0" eaLnBrk="1" latinLnBrk="1" hangingPunct="1">
      <a:defRPr sz="4881" kern="1200">
        <a:solidFill>
          <a:schemeClr val="tx1"/>
        </a:solidFill>
        <a:latin typeface="+mn-lt"/>
        <a:ea typeface="+mn-ea"/>
        <a:cs typeface="+mn-cs"/>
      </a:defRPr>
    </a:lvl1pPr>
    <a:lvl2pPr marL="1239789" algn="l" defTabSz="2479578" rtl="0" eaLnBrk="1" latinLnBrk="1" hangingPunct="1">
      <a:defRPr sz="4881" kern="1200">
        <a:solidFill>
          <a:schemeClr val="tx1"/>
        </a:solidFill>
        <a:latin typeface="+mn-lt"/>
        <a:ea typeface="+mn-ea"/>
        <a:cs typeface="+mn-cs"/>
      </a:defRPr>
    </a:lvl2pPr>
    <a:lvl3pPr marL="2479578" algn="l" defTabSz="2479578" rtl="0" eaLnBrk="1" latinLnBrk="1" hangingPunct="1">
      <a:defRPr sz="4881" kern="1200">
        <a:solidFill>
          <a:schemeClr val="tx1"/>
        </a:solidFill>
        <a:latin typeface="+mn-lt"/>
        <a:ea typeface="+mn-ea"/>
        <a:cs typeface="+mn-cs"/>
      </a:defRPr>
    </a:lvl3pPr>
    <a:lvl4pPr marL="3719368" algn="l" defTabSz="2479578" rtl="0" eaLnBrk="1" latinLnBrk="1" hangingPunct="1">
      <a:defRPr sz="4881" kern="1200">
        <a:solidFill>
          <a:schemeClr val="tx1"/>
        </a:solidFill>
        <a:latin typeface="+mn-lt"/>
        <a:ea typeface="+mn-ea"/>
        <a:cs typeface="+mn-cs"/>
      </a:defRPr>
    </a:lvl4pPr>
    <a:lvl5pPr marL="4959157" algn="l" defTabSz="2479578" rtl="0" eaLnBrk="1" latinLnBrk="1" hangingPunct="1">
      <a:defRPr sz="4881" kern="1200">
        <a:solidFill>
          <a:schemeClr val="tx1"/>
        </a:solidFill>
        <a:latin typeface="+mn-lt"/>
        <a:ea typeface="+mn-ea"/>
        <a:cs typeface="+mn-cs"/>
      </a:defRPr>
    </a:lvl5pPr>
    <a:lvl6pPr marL="6198946" algn="l" defTabSz="2479578" rtl="0" eaLnBrk="1" latinLnBrk="1" hangingPunct="1">
      <a:defRPr sz="4881" kern="1200">
        <a:solidFill>
          <a:schemeClr val="tx1"/>
        </a:solidFill>
        <a:latin typeface="+mn-lt"/>
        <a:ea typeface="+mn-ea"/>
        <a:cs typeface="+mn-cs"/>
      </a:defRPr>
    </a:lvl6pPr>
    <a:lvl7pPr marL="7438735" algn="l" defTabSz="2479578" rtl="0" eaLnBrk="1" latinLnBrk="1" hangingPunct="1">
      <a:defRPr sz="4881" kern="1200">
        <a:solidFill>
          <a:schemeClr val="tx1"/>
        </a:solidFill>
        <a:latin typeface="+mn-lt"/>
        <a:ea typeface="+mn-ea"/>
        <a:cs typeface="+mn-cs"/>
      </a:defRPr>
    </a:lvl7pPr>
    <a:lvl8pPr marL="8678525" algn="l" defTabSz="2479578" rtl="0" eaLnBrk="1" latinLnBrk="1" hangingPunct="1">
      <a:defRPr sz="4881" kern="1200">
        <a:solidFill>
          <a:schemeClr val="tx1"/>
        </a:solidFill>
        <a:latin typeface="+mn-lt"/>
        <a:ea typeface="+mn-ea"/>
        <a:cs typeface="+mn-cs"/>
      </a:defRPr>
    </a:lvl8pPr>
    <a:lvl9pPr marL="9918314" algn="l" defTabSz="2479578" rtl="0" eaLnBrk="1" latinLnBrk="1" hangingPunct="1">
      <a:defRPr sz="4881"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howPr>
    <p:present/>
    <p:sldAll/>
    <p:penClr>
      <a:prstClr val="red"/>
    </p:penClr>
    <p:extLst>
      <p:ext uri="{2FDB2607-1784-4EEB-B798-7EB5836EED8A}">
        <p14:showMediaCtrls xmlns:p14="http://schemas.microsoft.com/office/powerpoint/2010/main" val="1"/>
      </p:ext>
    </p:extLst>
  </p:showPr>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20016" autoAdjust="0"/>
    <p:restoredTop sz="94660"/>
  </p:normalViewPr>
  <p:slideViewPr>
    <p:cSldViewPr snapToGrid="0" snapToObjects="1">
      <p:cViewPr varScale="1">
        <p:scale>
          <a:sx n="100" d="100"/>
          <a:sy n="100" d="100"/>
        </p:scale>
        <p:origin x="2862" y="168"/>
      </p:cViewPr>
    </p:cSldViewPr>
  </p:slideViewPr>
  <p:notesTextViewPr>
    <p:cViewPr>
      <p:scale>
        <a:sx n="150" d="100"/>
        <a:sy n="15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presProps" Target="presProps.xml"  /><Relationship Id="rId4" Type="http://schemas.openxmlformats.org/officeDocument/2006/relationships/viewProps" Target="viewProps.xml"  /><Relationship Id="rId5" Type="http://schemas.openxmlformats.org/officeDocument/2006/relationships/theme" Target="theme/theme1.xml"  /><Relationship Id="rId6"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1603772" y="4954765"/>
            <a:ext cx="18176081" cy="10540259"/>
          </a:xfrm>
        </p:spPr>
        <p:txBody>
          <a:bodyPr anchor="b"/>
          <a:lstStyle>
            <a:lvl1pPr algn="ctr">
              <a:defRPr sz="14031"/>
            </a:lvl1pPr>
          </a:lstStyle>
          <a:p>
            <a:r>
              <a:rPr lang="ko-KR" altLang="en-US"/>
              <a:t>마스터 제목 스타일 편집</a:t>
            </a:r>
            <a:endParaRPr lang="en-US" dirty="0"/>
          </a:p>
        </p:txBody>
      </p:sp>
      <p:sp>
        <p:nvSpPr>
          <p:cNvPr id="3" name="Subtitle 2"/>
          <p:cNvSpPr>
            <a:spLocks noGrp="1"/>
          </p:cNvSpPr>
          <p:nvPr>
            <p:ph type="subTitle" idx="1"/>
          </p:nvPr>
        </p:nvSpPr>
        <p:spPr>
          <a:xfrm>
            <a:off x="2672953" y="15901497"/>
            <a:ext cx="16037719" cy="7309499"/>
          </a:xfrm>
        </p:spPr>
        <p:txBody>
          <a:bodyPr/>
          <a:lstStyle>
            <a:lvl1pPr marL="0" indent="0" algn="ctr">
              <a:buNone/>
              <a:defRPr sz="5612"/>
            </a:lvl1pPr>
            <a:lvl2pPr marL="1069162" indent="0" algn="ctr">
              <a:buNone/>
              <a:defRPr sz="4677"/>
            </a:lvl2pPr>
            <a:lvl3pPr marL="2138324" indent="0" algn="ctr">
              <a:buNone/>
              <a:defRPr sz="4209"/>
            </a:lvl3pPr>
            <a:lvl4pPr marL="3207487" indent="0" algn="ctr">
              <a:buNone/>
              <a:defRPr sz="3742"/>
            </a:lvl4pPr>
            <a:lvl5pPr marL="4276649" indent="0" algn="ctr">
              <a:buNone/>
              <a:defRPr sz="3742"/>
            </a:lvl5pPr>
            <a:lvl6pPr marL="5345811" indent="0" algn="ctr">
              <a:buNone/>
              <a:defRPr sz="3742"/>
            </a:lvl6pPr>
            <a:lvl7pPr marL="6414973" indent="0" algn="ctr">
              <a:buNone/>
              <a:defRPr sz="3742"/>
            </a:lvl7pPr>
            <a:lvl8pPr marL="7484135" indent="0" algn="ctr">
              <a:buNone/>
              <a:defRPr sz="3742"/>
            </a:lvl8pPr>
            <a:lvl9pPr marL="8553298" indent="0" algn="ctr">
              <a:buNone/>
              <a:defRPr sz="3742"/>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3046748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4288324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1458988" y="7547788"/>
            <a:ext cx="18443377" cy="12593645"/>
          </a:xfrm>
        </p:spPr>
        <p:txBody>
          <a:bodyPr anchor="b"/>
          <a:lstStyle>
            <a:lvl1pPr>
              <a:defRPr sz="14031"/>
            </a:lvl1pPr>
          </a:lstStyle>
          <a:p>
            <a:r>
              <a:rPr lang="ko-KR" altLang="en-US"/>
              <a:t>마스터 제목 스타일 편집</a:t>
            </a:r>
            <a:endParaRPr lang="en-US" dirty="0"/>
          </a:p>
        </p:txBody>
      </p:sp>
      <p:sp>
        <p:nvSpPr>
          <p:cNvPr id="3" name="Text Placeholder 2"/>
          <p:cNvSpPr>
            <a:spLocks noGrp="1"/>
          </p:cNvSpPr>
          <p:nvPr>
            <p:ph type="body" idx="1"/>
          </p:nvPr>
        </p:nvSpPr>
        <p:spPr>
          <a:xfrm>
            <a:off x="1458988" y="20260574"/>
            <a:ext cx="18443377" cy="6622701"/>
          </a:xfrm>
        </p:spPr>
        <p:txBody>
          <a:bodyPr/>
          <a:lstStyle>
            <a:lvl1pPr marL="0" indent="0">
              <a:buNone/>
              <a:defRPr sz="5612">
                <a:solidFill>
                  <a:schemeClr val="tx1"/>
                </a:solidFill>
              </a:defRPr>
            </a:lvl1pPr>
            <a:lvl2pPr marL="1069162" indent="0">
              <a:buNone/>
              <a:defRPr sz="4677">
                <a:solidFill>
                  <a:schemeClr val="tx1">
                    <a:tint val="75000"/>
                  </a:schemeClr>
                </a:solidFill>
              </a:defRPr>
            </a:lvl2pPr>
            <a:lvl3pPr marL="2138324" indent="0">
              <a:buNone/>
              <a:defRPr sz="4209">
                <a:solidFill>
                  <a:schemeClr val="tx1">
                    <a:tint val="75000"/>
                  </a:schemeClr>
                </a:solidFill>
              </a:defRPr>
            </a:lvl3pPr>
            <a:lvl4pPr marL="3207487" indent="0">
              <a:buNone/>
              <a:defRPr sz="3742">
                <a:solidFill>
                  <a:schemeClr val="tx1">
                    <a:tint val="75000"/>
                  </a:schemeClr>
                </a:solidFill>
              </a:defRPr>
            </a:lvl4pPr>
            <a:lvl5pPr marL="4276649" indent="0">
              <a:buNone/>
              <a:defRPr sz="3742">
                <a:solidFill>
                  <a:schemeClr val="tx1">
                    <a:tint val="75000"/>
                  </a:schemeClr>
                </a:solidFill>
              </a:defRPr>
            </a:lvl5pPr>
            <a:lvl6pPr marL="5345811" indent="0">
              <a:buNone/>
              <a:defRPr sz="3742">
                <a:solidFill>
                  <a:schemeClr val="tx1">
                    <a:tint val="75000"/>
                  </a:schemeClr>
                </a:solidFill>
              </a:defRPr>
            </a:lvl6pPr>
            <a:lvl7pPr marL="6414973" indent="0">
              <a:buNone/>
              <a:defRPr sz="3742">
                <a:solidFill>
                  <a:schemeClr val="tx1">
                    <a:tint val="75000"/>
                  </a:schemeClr>
                </a:solidFill>
              </a:defRPr>
            </a:lvl7pPr>
            <a:lvl8pPr marL="7484135" indent="0">
              <a:buNone/>
              <a:defRPr sz="3742">
                <a:solidFill>
                  <a:schemeClr val="tx1">
                    <a:tint val="75000"/>
                  </a:schemeClr>
                </a:solidFill>
              </a:defRPr>
            </a:lvl8pPr>
            <a:lvl9pPr marL="8553298" indent="0">
              <a:buNone/>
              <a:defRPr sz="3742">
                <a:solidFill>
                  <a:schemeClr val="tx1">
                    <a:tint val="75000"/>
                  </a:schemeClr>
                </a:solidFill>
              </a:defRPr>
            </a:lvl9pPr>
          </a:lstStyle>
          <a:p>
            <a:pPr lvl="0"/>
            <a:r>
              <a:rPr lang="ko-KR" altLang="en-US"/>
              <a:t>마스터 텍스트 스타일 편집</a:t>
            </a:r>
          </a:p>
        </p:txBody>
      </p:sp>
      <p:sp>
        <p:nvSpPr>
          <p:cNvPr id="4" name="Date Placeholder 3"/>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3668995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1470124" y="8059374"/>
            <a:ext cx="9088041" cy="1920934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Content Placeholder 3"/>
          <p:cNvSpPr>
            <a:spLocks noGrp="1"/>
          </p:cNvSpPr>
          <p:nvPr>
            <p:ph sz="half" idx="2"/>
          </p:nvPr>
        </p:nvSpPr>
        <p:spPr>
          <a:xfrm>
            <a:off x="10825460" y="8059374"/>
            <a:ext cx="9088041" cy="19209345"/>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Date Placeholder 4"/>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1214523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1472909" y="1611882"/>
            <a:ext cx="18443377" cy="5851808"/>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1472912" y="7421634"/>
            <a:ext cx="9046274"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 편집</a:t>
            </a:r>
          </a:p>
        </p:txBody>
      </p:sp>
      <p:sp>
        <p:nvSpPr>
          <p:cNvPr id="4" name="Content Placeholder 3"/>
          <p:cNvSpPr>
            <a:spLocks noGrp="1"/>
          </p:cNvSpPr>
          <p:nvPr>
            <p:ph sz="half" idx="2"/>
          </p:nvPr>
        </p:nvSpPr>
        <p:spPr>
          <a:xfrm>
            <a:off x="1472912" y="11058863"/>
            <a:ext cx="9046274" cy="16265921"/>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5" name="Text Placeholder 4"/>
          <p:cNvSpPr>
            <a:spLocks noGrp="1"/>
          </p:cNvSpPr>
          <p:nvPr>
            <p:ph type="body" sz="quarter" idx="3"/>
          </p:nvPr>
        </p:nvSpPr>
        <p:spPr>
          <a:xfrm>
            <a:off x="10825461" y="7421634"/>
            <a:ext cx="9090826" cy="3637228"/>
          </a:xfrm>
        </p:spPr>
        <p:txBody>
          <a:bodyPr anchor="b"/>
          <a:lstStyle>
            <a:lvl1pPr marL="0" indent="0">
              <a:buNone/>
              <a:defRPr sz="5612" b="1"/>
            </a:lvl1pPr>
            <a:lvl2pPr marL="1069162" indent="0">
              <a:buNone/>
              <a:defRPr sz="4677" b="1"/>
            </a:lvl2pPr>
            <a:lvl3pPr marL="2138324" indent="0">
              <a:buNone/>
              <a:defRPr sz="4209" b="1"/>
            </a:lvl3pPr>
            <a:lvl4pPr marL="3207487" indent="0">
              <a:buNone/>
              <a:defRPr sz="3742" b="1"/>
            </a:lvl4pPr>
            <a:lvl5pPr marL="4276649" indent="0">
              <a:buNone/>
              <a:defRPr sz="3742" b="1"/>
            </a:lvl5pPr>
            <a:lvl6pPr marL="5345811" indent="0">
              <a:buNone/>
              <a:defRPr sz="3742" b="1"/>
            </a:lvl6pPr>
            <a:lvl7pPr marL="6414973" indent="0">
              <a:buNone/>
              <a:defRPr sz="3742" b="1"/>
            </a:lvl7pPr>
            <a:lvl8pPr marL="7484135" indent="0">
              <a:buNone/>
              <a:defRPr sz="3742" b="1"/>
            </a:lvl8pPr>
            <a:lvl9pPr marL="8553298" indent="0">
              <a:buNone/>
              <a:defRPr sz="3742" b="1"/>
            </a:lvl9pPr>
          </a:lstStyle>
          <a:p>
            <a:pPr lvl="0"/>
            <a:r>
              <a:rPr lang="ko-KR" altLang="en-US"/>
              <a:t>마스터 텍스트 스타일 편집</a:t>
            </a:r>
          </a:p>
        </p:txBody>
      </p:sp>
      <p:sp>
        <p:nvSpPr>
          <p:cNvPr id="6" name="Content Placeholder 5"/>
          <p:cNvSpPr>
            <a:spLocks noGrp="1"/>
          </p:cNvSpPr>
          <p:nvPr>
            <p:ph sz="quarter" idx="4"/>
          </p:nvPr>
        </p:nvSpPr>
        <p:spPr>
          <a:xfrm>
            <a:off x="10825461" y="11058863"/>
            <a:ext cx="9090826" cy="16265921"/>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7" name="Date Placeholder 6"/>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2888878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799310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2190650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Content Placeholder 2"/>
          <p:cNvSpPr>
            <a:spLocks noGrp="1"/>
          </p:cNvSpPr>
          <p:nvPr>
            <p:ph idx="1"/>
          </p:nvPr>
        </p:nvSpPr>
        <p:spPr>
          <a:xfrm>
            <a:off x="9090826" y="4359077"/>
            <a:ext cx="10825460" cy="21515024"/>
          </a:xfrm>
        </p:spPr>
        <p:txBody>
          <a:bodyPr/>
          <a:lstStyle>
            <a:lvl1pPr>
              <a:defRPr sz="7483"/>
            </a:lvl1pPr>
            <a:lvl2pPr>
              <a:defRPr sz="6548"/>
            </a:lvl2pPr>
            <a:lvl3pPr>
              <a:defRPr sz="5612"/>
            </a:lvl3pPr>
            <a:lvl4pPr>
              <a:defRPr sz="4677"/>
            </a:lvl4pPr>
            <a:lvl5pPr>
              <a:defRPr sz="4677"/>
            </a:lvl5pPr>
            <a:lvl6pPr>
              <a:defRPr sz="4677"/>
            </a:lvl6pPr>
            <a:lvl7pPr>
              <a:defRPr sz="4677"/>
            </a:lvl7pPr>
            <a:lvl8pPr>
              <a:defRPr sz="4677"/>
            </a:lvl8pPr>
            <a:lvl9pPr>
              <a:defRPr sz="4677"/>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2157488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1472909" y="2018348"/>
            <a:ext cx="6896776" cy="7064216"/>
          </a:xfrm>
        </p:spPr>
        <p:txBody>
          <a:bodyPr anchor="b"/>
          <a:lstStyle>
            <a:lvl1pPr>
              <a:defRPr sz="7483"/>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9090826" y="4359077"/>
            <a:ext cx="10825460" cy="21515024"/>
          </a:xfrm>
        </p:spPr>
        <p:txBody>
          <a:bodyPr anchor="t"/>
          <a:lstStyle>
            <a:lvl1pPr marL="0" indent="0">
              <a:buNone/>
              <a:defRPr sz="7483"/>
            </a:lvl1pPr>
            <a:lvl2pPr marL="1069162" indent="0">
              <a:buNone/>
              <a:defRPr sz="6548"/>
            </a:lvl2pPr>
            <a:lvl3pPr marL="2138324" indent="0">
              <a:buNone/>
              <a:defRPr sz="5612"/>
            </a:lvl3pPr>
            <a:lvl4pPr marL="3207487" indent="0">
              <a:buNone/>
              <a:defRPr sz="4677"/>
            </a:lvl4pPr>
            <a:lvl5pPr marL="4276649" indent="0">
              <a:buNone/>
              <a:defRPr sz="4677"/>
            </a:lvl5pPr>
            <a:lvl6pPr marL="5345811" indent="0">
              <a:buNone/>
              <a:defRPr sz="4677"/>
            </a:lvl6pPr>
            <a:lvl7pPr marL="6414973" indent="0">
              <a:buNone/>
              <a:defRPr sz="4677"/>
            </a:lvl7pPr>
            <a:lvl8pPr marL="7484135" indent="0">
              <a:buNone/>
              <a:defRPr sz="4677"/>
            </a:lvl8pPr>
            <a:lvl9pPr marL="8553298" indent="0">
              <a:buNone/>
              <a:defRPr sz="4677"/>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1472909" y="9082564"/>
            <a:ext cx="6896776" cy="16826573"/>
          </a:xfrm>
        </p:spPr>
        <p:txBody>
          <a:bodyPr/>
          <a:lstStyle>
            <a:lvl1pPr marL="0" indent="0">
              <a:buNone/>
              <a:defRPr sz="3742"/>
            </a:lvl1pPr>
            <a:lvl2pPr marL="1069162" indent="0">
              <a:buNone/>
              <a:defRPr sz="3274"/>
            </a:lvl2pPr>
            <a:lvl3pPr marL="2138324" indent="0">
              <a:buNone/>
              <a:defRPr sz="2806"/>
            </a:lvl3pPr>
            <a:lvl4pPr marL="3207487" indent="0">
              <a:buNone/>
              <a:defRPr sz="2339"/>
            </a:lvl4pPr>
            <a:lvl5pPr marL="4276649" indent="0">
              <a:buNone/>
              <a:defRPr sz="2339"/>
            </a:lvl5pPr>
            <a:lvl6pPr marL="5345811" indent="0">
              <a:buNone/>
              <a:defRPr sz="2339"/>
            </a:lvl6pPr>
            <a:lvl7pPr marL="6414973" indent="0">
              <a:buNone/>
              <a:defRPr sz="2339"/>
            </a:lvl7pPr>
            <a:lvl8pPr marL="7484135" indent="0">
              <a:buNone/>
              <a:defRPr sz="2339"/>
            </a:lvl8pPr>
            <a:lvl9pPr marL="8553298" indent="0">
              <a:buNone/>
              <a:defRPr sz="2339"/>
            </a:lvl9pPr>
          </a:lstStyle>
          <a:p>
            <a:pPr lvl="0"/>
            <a:r>
              <a:rPr lang="ko-KR" altLang="en-US"/>
              <a:t>마스터 텍스트 스타일 편집</a:t>
            </a:r>
          </a:p>
        </p:txBody>
      </p:sp>
      <p:sp>
        <p:nvSpPr>
          <p:cNvPr id="5" name="Date Placeholder 4"/>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16377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2530573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2658" y="1611875"/>
            <a:ext cx="4610844" cy="25656844"/>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1470125" y="1611875"/>
            <a:ext cx="13565237" cy="25656844"/>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1021DD6D-101E-405B-87E3-751D9972348E}" type="datetimeFigureOut">
              <a:rPr lang="ko-KR" altLang="en-US" smtClean="0"/>
              <a:t>2026-05-04</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6807463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124" y="1611882"/>
            <a:ext cx="18443377" cy="5851808"/>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1470124" y="8059374"/>
            <a:ext cx="18443377" cy="19209345"/>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2806">
                <a:solidFill>
                  <a:schemeClr val="tx1">
                    <a:tint val="75000"/>
                  </a:schemeClr>
                </a:solidFill>
              </a:defRPr>
            </a:lvl1pPr>
          </a:lstStyle>
          <a:p>
            <a:fld id="{1021DD6D-101E-405B-87E3-751D9972348E}" type="datetimeFigureOut">
              <a:rPr lang="ko-KR" altLang="en-US" smtClean="0"/>
              <a:t>2026-05-04</a:t>
            </a:fld>
            <a:endParaRPr lang="ko-KR" altLang="en-US"/>
          </a:p>
        </p:txBody>
      </p:sp>
      <p:sp>
        <p:nvSpPr>
          <p:cNvPr id="5" name="Footer Placeholder 4"/>
          <p:cNvSpPr>
            <a:spLocks noGrp="1"/>
          </p:cNvSpPr>
          <p:nvPr>
            <p:ph type="ftr" sz="quarter" idx="3"/>
          </p:nvPr>
        </p:nvSpPr>
        <p:spPr>
          <a:xfrm>
            <a:off x="7083326" y="28060644"/>
            <a:ext cx="7216973" cy="1611875"/>
          </a:xfrm>
          <a:prstGeom prst="rect">
            <a:avLst/>
          </a:prstGeom>
        </p:spPr>
        <p:txBody>
          <a:bodyPr vert="horz" lIns="91440" tIns="45720" rIns="91440" bIns="45720" rtlCol="0" anchor="ctr"/>
          <a:lstStyle>
            <a:lvl1pPr algn="ctr">
              <a:defRPr sz="2806">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2806">
                <a:solidFill>
                  <a:schemeClr val="tx1">
                    <a:tint val="75000"/>
                  </a:schemeClr>
                </a:solidFill>
              </a:defRPr>
            </a:lvl1pPr>
          </a:lstStyle>
          <a:p>
            <a:fld id="{77D92CCF-CD8F-4BF3-B520-E065B3E23260}" type="slidenum">
              <a:rPr lang="ko-KR" altLang="en-US" smtClean="0"/>
              <a:t>‹#›</a:t>
            </a:fld>
            <a:endParaRPr lang="ko-KR" altLang="en-US"/>
          </a:p>
        </p:txBody>
      </p:sp>
    </p:spTree>
    <p:extLst>
      <p:ext uri="{BB962C8B-B14F-4D97-AF65-F5344CB8AC3E}">
        <p14:creationId xmlns:p14="http://schemas.microsoft.com/office/powerpoint/2010/main" val="102129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38324" rtl="0" eaLnBrk="1" latinLnBrk="1" hangingPunct="1">
        <a:lnSpc>
          <a:spcPct val="90000"/>
        </a:lnSpc>
        <a:spcBef>
          <a:spcPct val="0"/>
        </a:spcBef>
        <a:buNone/>
        <a:defRPr sz="10289" kern="1200">
          <a:solidFill>
            <a:schemeClr val="tx1"/>
          </a:solidFill>
          <a:latin typeface="+mj-lt"/>
          <a:ea typeface="+mj-ea"/>
          <a:cs typeface="+mj-cs"/>
        </a:defRPr>
      </a:lvl1pPr>
    </p:titleStyle>
    <p:bodyStyle>
      <a:lvl1pPr marL="534581" indent="-534581" algn="l" defTabSz="2138324" rtl="0" eaLnBrk="1" latinLnBrk="1" hangingPunct="1">
        <a:lnSpc>
          <a:spcPct val="90000"/>
        </a:lnSpc>
        <a:spcBef>
          <a:spcPts val="2339"/>
        </a:spcBef>
        <a:buFont typeface="Arial" panose="020B0604020202020204" pitchFamily="34" charset="0"/>
        <a:buChar char="•"/>
        <a:defRPr sz="6548" kern="1200">
          <a:solidFill>
            <a:schemeClr val="tx1"/>
          </a:solidFill>
          <a:latin typeface="+mn-lt"/>
          <a:ea typeface="+mn-ea"/>
          <a:cs typeface="+mn-cs"/>
        </a:defRPr>
      </a:lvl1pPr>
      <a:lvl2pPr marL="1603743" indent="-534581" algn="l" defTabSz="2138324" rtl="0" eaLnBrk="1" latinLnBrk="1" hangingPunct="1">
        <a:lnSpc>
          <a:spcPct val="90000"/>
        </a:lnSpc>
        <a:spcBef>
          <a:spcPts val="1169"/>
        </a:spcBef>
        <a:buFont typeface="Arial" panose="020B0604020202020204" pitchFamily="34" charset="0"/>
        <a:buChar char="•"/>
        <a:defRPr sz="5612" kern="1200">
          <a:solidFill>
            <a:schemeClr val="tx1"/>
          </a:solidFill>
          <a:latin typeface="+mn-lt"/>
          <a:ea typeface="+mn-ea"/>
          <a:cs typeface="+mn-cs"/>
        </a:defRPr>
      </a:lvl2pPr>
      <a:lvl3pPr marL="2672906" indent="-534581" algn="l" defTabSz="2138324" rtl="0" eaLnBrk="1" latinLnBrk="1" hangingPunct="1">
        <a:lnSpc>
          <a:spcPct val="90000"/>
        </a:lnSpc>
        <a:spcBef>
          <a:spcPts val="1169"/>
        </a:spcBef>
        <a:buFont typeface="Arial" panose="020B0604020202020204" pitchFamily="34" charset="0"/>
        <a:buChar char="•"/>
        <a:defRPr sz="4677" kern="1200">
          <a:solidFill>
            <a:schemeClr val="tx1"/>
          </a:solidFill>
          <a:latin typeface="+mn-lt"/>
          <a:ea typeface="+mn-ea"/>
          <a:cs typeface="+mn-cs"/>
        </a:defRPr>
      </a:lvl3pPr>
      <a:lvl4pPr marL="3742068"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4pPr>
      <a:lvl5pPr marL="4811230"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5pPr>
      <a:lvl6pPr marL="5880392"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6pPr>
      <a:lvl7pPr marL="6949554"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7pPr>
      <a:lvl8pPr marL="8018717"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8pPr>
      <a:lvl9pPr marL="9087879" indent="-534581" algn="l" defTabSz="2138324" rtl="0" eaLnBrk="1" latinLnBrk="1" hangingPunct="1">
        <a:lnSpc>
          <a:spcPct val="90000"/>
        </a:lnSpc>
        <a:spcBef>
          <a:spcPts val="1169"/>
        </a:spcBef>
        <a:buFont typeface="Arial" panose="020B0604020202020204" pitchFamily="34" charset="0"/>
        <a:buChar char="•"/>
        <a:defRPr sz="4209" kern="1200">
          <a:solidFill>
            <a:schemeClr val="tx1"/>
          </a:solidFill>
          <a:latin typeface="+mn-lt"/>
          <a:ea typeface="+mn-ea"/>
          <a:cs typeface="+mn-cs"/>
        </a:defRPr>
      </a:lvl9pPr>
    </p:bodyStyle>
    <p:otherStyle>
      <a:defPPr>
        <a:defRPr lang="en-US"/>
      </a:defPPr>
      <a:lvl1pPr marL="0" algn="l" defTabSz="2138324" rtl="0" eaLnBrk="1" latinLnBrk="1" hangingPunct="1">
        <a:defRPr sz="4209" kern="1200">
          <a:solidFill>
            <a:schemeClr val="tx1"/>
          </a:solidFill>
          <a:latin typeface="+mn-lt"/>
          <a:ea typeface="+mn-ea"/>
          <a:cs typeface="+mn-cs"/>
        </a:defRPr>
      </a:lvl1pPr>
      <a:lvl2pPr marL="1069162" algn="l" defTabSz="2138324" rtl="0" eaLnBrk="1" latinLnBrk="1" hangingPunct="1">
        <a:defRPr sz="4209" kern="1200">
          <a:solidFill>
            <a:schemeClr val="tx1"/>
          </a:solidFill>
          <a:latin typeface="+mn-lt"/>
          <a:ea typeface="+mn-ea"/>
          <a:cs typeface="+mn-cs"/>
        </a:defRPr>
      </a:lvl2pPr>
      <a:lvl3pPr marL="2138324" algn="l" defTabSz="2138324" rtl="0" eaLnBrk="1" latinLnBrk="1" hangingPunct="1">
        <a:defRPr sz="4209" kern="1200">
          <a:solidFill>
            <a:schemeClr val="tx1"/>
          </a:solidFill>
          <a:latin typeface="+mn-lt"/>
          <a:ea typeface="+mn-ea"/>
          <a:cs typeface="+mn-cs"/>
        </a:defRPr>
      </a:lvl3pPr>
      <a:lvl4pPr marL="3207487" algn="l" defTabSz="2138324" rtl="0" eaLnBrk="1" latinLnBrk="1" hangingPunct="1">
        <a:defRPr sz="4209" kern="1200">
          <a:solidFill>
            <a:schemeClr val="tx1"/>
          </a:solidFill>
          <a:latin typeface="+mn-lt"/>
          <a:ea typeface="+mn-ea"/>
          <a:cs typeface="+mn-cs"/>
        </a:defRPr>
      </a:lvl4pPr>
      <a:lvl5pPr marL="4276649" algn="l" defTabSz="2138324" rtl="0" eaLnBrk="1" latinLnBrk="1" hangingPunct="1">
        <a:defRPr sz="4209" kern="1200">
          <a:solidFill>
            <a:schemeClr val="tx1"/>
          </a:solidFill>
          <a:latin typeface="+mn-lt"/>
          <a:ea typeface="+mn-ea"/>
          <a:cs typeface="+mn-cs"/>
        </a:defRPr>
      </a:lvl5pPr>
      <a:lvl6pPr marL="5345811" algn="l" defTabSz="2138324" rtl="0" eaLnBrk="1" latinLnBrk="1" hangingPunct="1">
        <a:defRPr sz="4209" kern="1200">
          <a:solidFill>
            <a:schemeClr val="tx1"/>
          </a:solidFill>
          <a:latin typeface="+mn-lt"/>
          <a:ea typeface="+mn-ea"/>
          <a:cs typeface="+mn-cs"/>
        </a:defRPr>
      </a:lvl6pPr>
      <a:lvl7pPr marL="6414973" algn="l" defTabSz="2138324" rtl="0" eaLnBrk="1" latinLnBrk="1" hangingPunct="1">
        <a:defRPr sz="4209" kern="1200">
          <a:solidFill>
            <a:schemeClr val="tx1"/>
          </a:solidFill>
          <a:latin typeface="+mn-lt"/>
          <a:ea typeface="+mn-ea"/>
          <a:cs typeface="+mn-cs"/>
        </a:defRPr>
      </a:lvl7pPr>
      <a:lvl8pPr marL="7484135" algn="l" defTabSz="2138324" rtl="0" eaLnBrk="1" latinLnBrk="1" hangingPunct="1">
        <a:defRPr sz="4209" kern="1200">
          <a:solidFill>
            <a:schemeClr val="tx1"/>
          </a:solidFill>
          <a:latin typeface="+mn-lt"/>
          <a:ea typeface="+mn-ea"/>
          <a:cs typeface="+mn-cs"/>
        </a:defRPr>
      </a:lvl8pPr>
      <a:lvl9pPr marL="8553298" algn="l" defTabSz="2138324" rtl="0" eaLnBrk="1" latinLnBrk="1" hangingPunct="1">
        <a:defRPr sz="420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image" Target="../media/image9.png"  /><Relationship Id="rId11" Type="http://schemas.openxmlformats.org/officeDocument/2006/relationships/image" Target="../media/image10.png"  /><Relationship Id="rId12" Type="http://schemas.openxmlformats.org/officeDocument/2006/relationships/image" Target="../media/image11.jpeg"  /><Relationship Id="rId13" Type="http://schemas.openxmlformats.org/officeDocument/2006/relationships/image" Target="../media/image12.jpeg"  /><Relationship Id="rId14" Type="http://schemas.openxmlformats.org/officeDocument/2006/relationships/image" Target="../media/image13.jpeg"  /><Relationship Id="rId2" Type="http://schemas.openxmlformats.org/officeDocument/2006/relationships/image" Target="../media/image1.png"  /><Relationship Id="rId3" Type="http://schemas.openxmlformats.org/officeDocument/2006/relationships/image" Target="../media/image2.png"  /><Relationship Id="rId4" Type="http://schemas.openxmlformats.org/officeDocument/2006/relationships/image" Target="../media/image3.png"  /><Relationship Id="rId5" Type="http://schemas.openxmlformats.org/officeDocument/2006/relationships/image" Target="../media/image4.jpeg"  /><Relationship Id="rId6" Type="http://schemas.openxmlformats.org/officeDocument/2006/relationships/image" Target="../media/image5.jpeg"  /><Relationship Id="rId7" Type="http://schemas.openxmlformats.org/officeDocument/2006/relationships/image" Target="../media/image6.png"  /><Relationship Id="rId8" Type="http://schemas.openxmlformats.org/officeDocument/2006/relationships/image" Target="../media/image7.png"  /><Relationship Id="rId9" Type="http://schemas.openxmlformats.org/officeDocument/2006/relationships/image" Target="../media/image8.png"  /></Relationships>
</file>

<file path=ppt/slides/slide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2" name="모서리가 둥근 직사각형 21"/>
          <p:cNvSpPr>
            <a:spLocks/>
          </p:cNvSpPr>
          <p:nvPr/>
        </p:nvSpPr>
        <p:spPr>
          <a:xfrm>
            <a:off x="573405" y="10950868"/>
            <a:ext cx="20153630" cy="6911681"/>
          </a:xfrm>
          <a:prstGeom prst="roundRect">
            <a:avLst>
              <a:gd name="adj" fmla="val 1255"/>
            </a:avLst>
          </a:prstGeom>
          <a:noFill/>
          <a:ln w="57150" cap="flat" cmpd="sng">
            <a:solidFill>
              <a:schemeClr val="accent5">
                <a:lumMod val="75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p>
            <a:pPr marL="0" indent="0" algn="ctr" defTabSz="2479675" eaLnBrk="0" fontAlgn="auto">
              <a:lnSpc>
                <a:spcPct val="100000"/>
              </a:lnSpc>
              <a:spcBef>
                <a:spcPts val="0"/>
              </a:spcBef>
              <a:spcAft>
                <a:spcPts val="0"/>
              </a:spcAft>
              <a:buFontTx/>
              <a:buNone/>
            </a:pPr>
            <a:endParaRPr lang="ko-KR" altLang="en-US" sz="4880" b="0" cap="none" dirty="0">
              <a:latin typeface="맑은 고딕" charset="0"/>
              <a:ea typeface="맑은 고딕" charset="0"/>
            </a:endParaRPr>
          </a:p>
        </p:txBody>
      </p:sp>
      <p:sp>
        <p:nvSpPr>
          <p:cNvPr id="27" name="모서리가 둥근 직사각형 26"/>
          <p:cNvSpPr/>
          <p:nvPr/>
        </p:nvSpPr>
        <p:spPr>
          <a:xfrm>
            <a:off x="573399" y="5018439"/>
            <a:ext cx="20196482" cy="5324721"/>
          </a:xfrm>
          <a:prstGeom prst="roundRect">
            <a:avLst>
              <a:gd name="adj" fmla="val 2809"/>
            </a:avLst>
          </a:prstGeom>
          <a:noFill/>
          <a:ln w="5715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anchor="ctr">
            <a:noAutofit/>
          </a:bodyPr>
          <a:lstStyle/>
          <a:p>
            <a:pPr lvl="0" algn="just" defTabSz="2479675">
              <a:defRPr/>
            </a:pPr>
            <a:r>
              <a:rPr lang="ko-KR">
                <a:solidFill>
                  <a:schemeClr val="tx1"/>
                </a:solidFill>
                <a:latin typeface="맑은 고딕"/>
                <a:cs typeface="+mn-lt"/>
              </a:rPr>
              <a:t>기존 무인 계산대는 상품을 하나씩 스캔해야 해 결제 시간이 길어지고 사용자 불편이 발생하는 문제가 있었습니다. 이를 해결하기 위해 RFID 기반 다중 인식과 AI 기능을 결합한 빠르고 효율적인 지능형 무인 계산 시스템을 개발하였습니다. AI 기능과 관리자 시스템을 통해 사용자 편의성과 매장 운영 효율을 동시에 향상시킬 수 있습니다.</a:t>
            </a:r>
            <a:endParaRPr lang="ko-KR">
              <a:solidFill>
                <a:schemeClr val="tx1"/>
              </a:solidFill>
              <a:latin typeface="맑은 고딕"/>
              <a:cs typeface="+mn-lt"/>
            </a:endParaRPr>
          </a:p>
        </p:txBody>
      </p:sp>
      <p:sp>
        <p:nvSpPr>
          <p:cNvPr id="29" name="TextBox 28"/>
          <p:cNvSpPr txBox="1"/>
          <p:nvPr/>
        </p:nvSpPr>
        <p:spPr>
          <a:xfrm>
            <a:off x="535305" y="10093325"/>
            <a:ext cx="5217795" cy="830997"/>
          </a:xfrm>
          <a:prstGeom prst="rect">
            <a:avLst/>
          </a:prstGeom>
          <a:solidFill>
            <a:schemeClr val="accent5">
              <a:lumMod val="75000"/>
            </a:schemeClr>
          </a:solidFill>
          <a:ln w="57150">
            <a:noFill/>
          </a:ln>
        </p:spPr>
        <p:txBody>
          <a:bodyPr wrap="square" rtlCol="0">
            <a:spAutoFit/>
          </a:bodyPr>
          <a:lstStyle/>
          <a:p>
            <a:pPr algn="ctr"/>
            <a:r>
              <a:rPr lang="ko-KR" altLang="en-US" sz="4800" b="1" dirty="0">
                <a:solidFill>
                  <a:schemeClr val="bg1"/>
                </a:solidFill>
                <a:latin typeface="+mj-ea"/>
                <a:ea typeface="+mj-ea"/>
              </a:rPr>
              <a:t>시스템구성도</a:t>
            </a:r>
            <a:endParaRPr lang="en-US" altLang="ko-KR" sz="4800" b="1" dirty="0">
              <a:solidFill>
                <a:schemeClr val="bg1"/>
              </a:solidFill>
              <a:latin typeface="+mj-ea"/>
              <a:ea typeface="+mj-ea"/>
            </a:endParaRPr>
          </a:p>
        </p:txBody>
      </p:sp>
      <p:sp>
        <p:nvSpPr>
          <p:cNvPr id="31" name="TextBox 30"/>
          <p:cNvSpPr txBox="1"/>
          <p:nvPr/>
        </p:nvSpPr>
        <p:spPr>
          <a:xfrm>
            <a:off x="535305" y="18291175"/>
            <a:ext cx="5217795" cy="830997"/>
          </a:xfrm>
          <a:prstGeom prst="rect">
            <a:avLst/>
          </a:prstGeom>
          <a:solidFill>
            <a:schemeClr val="accent5">
              <a:lumMod val="75000"/>
            </a:schemeClr>
          </a:solidFill>
          <a:ln w="57150">
            <a:noFill/>
          </a:ln>
        </p:spPr>
        <p:txBody>
          <a:bodyPr wrap="square" rtlCol="0">
            <a:spAutoFit/>
          </a:bodyPr>
          <a:lstStyle/>
          <a:p>
            <a:pPr algn="ctr"/>
            <a:r>
              <a:rPr lang="ko-KR" altLang="en-US" sz="4800" b="1" dirty="0">
                <a:solidFill>
                  <a:schemeClr val="bg1"/>
                </a:solidFill>
                <a:latin typeface="+mj-ea"/>
                <a:ea typeface="+mj-ea"/>
              </a:rPr>
              <a:t>작품사진</a:t>
            </a:r>
            <a:endParaRPr lang="en-US" altLang="ko-KR" sz="4800" b="1" dirty="0">
              <a:solidFill>
                <a:schemeClr val="bg1"/>
              </a:solidFill>
              <a:latin typeface="+mj-ea"/>
              <a:ea typeface="+mj-ea"/>
            </a:endParaRPr>
          </a:p>
        </p:txBody>
      </p:sp>
      <p:sp>
        <p:nvSpPr>
          <p:cNvPr id="33" name="TextBox 32"/>
          <p:cNvSpPr txBox="1"/>
          <p:nvPr/>
        </p:nvSpPr>
        <p:spPr>
          <a:xfrm>
            <a:off x="535305" y="4305300"/>
            <a:ext cx="5217795" cy="830997"/>
          </a:xfrm>
          <a:prstGeom prst="rect">
            <a:avLst/>
          </a:prstGeom>
          <a:solidFill>
            <a:schemeClr val="accent5">
              <a:lumMod val="75000"/>
            </a:schemeClr>
          </a:solidFill>
          <a:ln w="57150">
            <a:noFill/>
          </a:ln>
        </p:spPr>
        <p:txBody>
          <a:bodyPr wrap="square" rtlCol="0">
            <a:spAutoFit/>
          </a:bodyPr>
          <a:lstStyle/>
          <a:p>
            <a:pPr algn="ctr"/>
            <a:r>
              <a:rPr lang="ko-KR" altLang="en-US" sz="4800" b="1" dirty="0">
                <a:solidFill>
                  <a:schemeClr val="bg1"/>
                </a:solidFill>
                <a:latin typeface="+mj-ea"/>
                <a:ea typeface="+mj-ea"/>
              </a:rPr>
              <a:t>작품소개</a:t>
            </a:r>
            <a:endParaRPr lang="en-US" altLang="ko-KR" sz="4800" b="1" dirty="0">
              <a:solidFill>
                <a:schemeClr val="bg1"/>
              </a:solidFill>
              <a:latin typeface="+mj-ea"/>
              <a:ea typeface="+mj-ea"/>
            </a:endParaRPr>
          </a:p>
        </p:txBody>
      </p:sp>
      <p:sp>
        <p:nvSpPr>
          <p:cNvPr id="12" name="AutoShape 2"/>
          <p:cNvSpPr>
            <a:spLocks noChangeAspect="1" noChangeArrowheads="1"/>
          </p:cNvSpPr>
          <p:nvPr/>
        </p:nvSpPr>
        <p:spPr bwMode="auto">
          <a:xfrm>
            <a:off x="155575" y="-14478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grpSp>
        <p:nvGrpSpPr>
          <p:cNvPr id="7" name="그룹 6"/>
          <p:cNvGrpSpPr/>
          <p:nvPr/>
        </p:nvGrpSpPr>
        <p:grpSpPr>
          <a:xfrm>
            <a:off x="-973455" y="-86995"/>
            <a:ext cx="22357080" cy="3960495"/>
            <a:chOff x="-973455" y="-86995"/>
            <a:chExt cx="22357080" cy="3960495"/>
          </a:xfrm>
        </p:grpSpPr>
        <p:sp>
          <p:nvSpPr>
            <p:cNvPr id="4" name="직사각형 3"/>
            <p:cNvSpPr/>
            <p:nvPr/>
          </p:nvSpPr>
          <p:spPr>
            <a:xfrm>
              <a:off x="0" y="-50800"/>
              <a:ext cx="21383625" cy="3924300"/>
            </a:xfrm>
            <a:prstGeom prst="rect">
              <a:avLst/>
            </a:prstGeom>
            <a:solidFill>
              <a:schemeClr val="accent5">
                <a:lumMod val="75000"/>
              </a:schemeClr>
            </a:solid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altLang="ko-KR" dirty="0" err="1"/>
            </a:p>
          </p:txBody>
        </p:sp>
        <p:sp>
          <p:nvSpPr>
            <p:cNvPr id="11" name="TextBox 10"/>
            <p:cNvSpPr txBox="1"/>
            <p:nvPr/>
          </p:nvSpPr>
          <p:spPr>
            <a:xfrm>
              <a:off x="4006850" y="-86995"/>
              <a:ext cx="7924800" cy="843280"/>
            </a:xfrm>
            <a:prstGeom prst="rect">
              <a:avLst/>
            </a:prstGeom>
            <a:noFill/>
          </p:spPr>
          <p:txBody>
            <a:bodyPr wrap="square" rtlCol="0">
              <a:spAutoFit/>
            </a:bodyPr>
            <a:lstStyle/>
            <a:p>
              <a:endParaRPr lang="ko-KR" altLang="en-US" dirty="0">
                <a:solidFill>
                  <a:schemeClr val="bg1"/>
                </a:solidFill>
                <a:latin typeface="경기천년제목V Bold" panose="02020803020101020101" pitchFamily="18" charset="-127"/>
                <a:ea typeface="경기천년제목V Bold" panose="02020803020101020101" pitchFamily="18" charset="-127"/>
              </a:endParaRPr>
            </a:p>
          </p:txBody>
        </p:sp>
        <p:sp>
          <p:nvSpPr>
            <p:cNvPr id="24" name="TextBox 23"/>
            <p:cNvSpPr txBox="1"/>
            <p:nvPr/>
          </p:nvSpPr>
          <p:spPr>
            <a:xfrm>
              <a:off x="-973455" y="150495"/>
              <a:ext cx="12801600" cy="708025"/>
            </a:xfrm>
            <a:prstGeom prst="rect">
              <a:avLst/>
            </a:prstGeom>
            <a:noFill/>
          </p:spPr>
          <p:txBody>
            <a:bodyPr wrap="square" rtlCol="0">
              <a:spAutoFit/>
            </a:bodyPr>
            <a:lstStyle/>
            <a:p>
              <a:pPr algn="ctr"/>
              <a:r>
                <a:rPr lang="en-US" altLang="ko-KR" sz="4000" dirty="0">
                  <a:solidFill>
                    <a:schemeClr val="bg1"/>
                  </a:solidFill>
                  <a:latin typeface="+mn-ea"/>
                </a:rPr>
                <a:t>2026 </a:t>
              </a:r>
              <a:r>
                <a:rPr lang="ko-KR" altLang="en-US" sz="4000" dirty="0">
                  <a:solidFill>
                    <a:schemeClr val="bg1"/>
                  </a:solidFill>
                  <a:latin typeface="+mn-ea"/>
                </a:rPr>
                <a:t>지능정보통신공학과  졸업작품전시회</a:t>
              </a:r>
            </a:p>
          </p:txBody>
        </p:sp>
      </p:grpSp>
      <p:sp>
        <p:nvSpPr>
          <p:cNvPr id="37" name="Rect 0"/>
          <p:cNvSpPr>
            <a:spLocks/>
          </p:cNvSpPr>
          <p:nvPr/>
        </p:nvSpPr>
        <p:spPr>
          <a:xfrm>
            <a:off x="0" y="0"/>
            <a:ext cx="3429635" cy="3429635"/>
          </a:xfrm>
          <a:prstGeom prst="rect">
            <a:avLst/>
          </a:prstGeom>
        </p:spPr>
        <p:txBody>
          <a:bodyPr vert="horz" wrap="square" lIns="91440" tIns="45720" rIns="91440" bIns="45720" anchor="ctr">
            <a:noAutofit/>
          </a:bodyPr>
          <a:lstStyle/>
          <a:p>
            <a:pPr marL="0" indent="0" algn="ctr" defTabSz="508000" fontAlgn="auto">
              <a:lnSpc>
                <a:spcPct val="100000"/>
              </a:lnSpc>
              <a:spcBef>
                <a:spcPts val="0"/>
              </a:spcBef>
              <a:spcAft>
                <a:spcPts val="0"/>
              </a:spcAft>
              <a:buFontTx/>
              <a:buNone/>
            </a:pPr>
            <a:endParaRPr lang="ko-KR" altLang="en-US" sz="1800" b="0" cap="none" dirty="0">
              <a:latin typeface="맑은 고딕" charset="0"/>
              <a:ea typeface="맑은 고딕" charset="0"/>
            </a:endParaRPr>
          </a:p>
        </p:txBody>
      </p:sp>
      <p:sp>
        <p:nvSpPr>
          <p:cNvPr id="38" name="Rect 0"/>
          <p:cNvSpPr>
            <a:spLocks/>
          </p:cNvSpPr>
          <p:nvPr/>
        </p:nvSpPr>
        <p:spPr>
          <a:xfrm>
            <a:off x="161925" y="161925"/>
            <a:ext cx="3429635" cy="3429635"/>
          </a:xfrm>
          <a:prstGeom prst="rect">
            <a:avLst/>
          </a:prstGeom>
        </p:spPr>
        <p:txBody>
          <a:bodyPr vert="horz" wrap="square" lIns="91440" tIns="45720" rIns="91440" bIns="45720" anchor="ctr">
            <a:noAutofit/>
          </a:bodyPr>
          <a:lstStyle/>
          <a:p>
            <a:pPr marL="0" indent="0" algn="ctr" defTabSz="508000" fontAlgn="auto">
              <a:lnSpc>
                <a:spcPct val="100000"/>
              </a:lnSpc>
              <a:spcBef>
                <a:spcPts val="0"/>
              </a:spcBef>
              <a:spcAft>
                <a:spcPts val="0"/>
              </a:spcAft>
              <a:buFontTx/>
              <a:buNone/>
            </a:pPr>
            <a:endParaRPr lang="ko-KR" altLang="en-US" sz="1800" b="0" cap="none" dirty="0">
              <a:latin typeface="맑은 고딕" charset="0"/>
              <a:ea typeface="맑은 고딕" charset="0"/>
            </a:endParaRPr>
          </a:p>
        </p:txBody>
      </p:sp>
      <p:sp>
        <p:nvSpPr>
          <p:cNvPr id="39" name="Rect 0"/>
          <p:cNvSpPr>
            <a:spLocks/>
          </p:cNvSpPr>
          <p:nvPr/>
        </p:nvSpPr>
        <p:spPr>
          <a:xfrm>
            <a:off x="323850" y="323850"/>
            <a:ext cx="3429635" cy="3429635"/>
          </a:xfrm>
          <a:prstGeom prst="rect">
            <a:avLst/>
          </a:prstGeom>
        </p:spPr>
        <p:txBody>
          <a:bodyPr vert="horz" wrap="square" lIns="91440" tIns="45720" rIns="91440" bIns="45720" anchor="ctr">
            <a:noAutofit/>
          </a:bodyPr>
          <a:lstStyle/>
          <a:p>
            <a:pPr marL="0" indent="0" algn="ctr" defTabSz="508000" fontAlgn="auto">
              <a:lnSpc>
                <a:spcPct val="100000"/>
              </a:lnSpc>
              <a:spcBef>
                <a:spcPts val="0"/>
              </a:spcBef>
              <a:spcAft>
                <a:spcPts val="0"/>
              </a:spcAft>
              <a:buFontTx/>
              <a:buNone/>
            </a:pPr>
            <a:endParaRPr lang="ko-KR" altLang="en-US" sz="1800" b="0" cap="none" dirty="0">
              <a:latin typeface="맑은 고딕" charset="0"/>
              <a:ea typeface="맑은 고딕" charset="0"/>
            </a:endParaRPr>
          </a:p>
        </p:txBody>
      </p:sp>
      <p:pic>
        <p:nvPicPr>
          <p:cNvPr id="6" name="그림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662" y="833755"/>
            <a:ext cx="2988945" cy="2988945"/>
          </a:xfrm>
          <a:prstGeom prst="rect">
            <a:avLst/>
          </a:prstGeom>
        </p:spPr>
      </p:pic>
      <p:sp>
        <p:nvSpPr>
          <p:cNvPr id="54" name="TextBox 53"/>
          <p:cNvSpPr txBox="1"/>
          <p:nvPr/>
        </p:nvSpPr>
        <p:spPr>
          <a:xfrm>
            <a:off x="15002367" y="4284928"/>
            <a:ext cx="6381258" cy="707886"/>
          </a:xfrm>
          <a:prstGeom prst="rect">
            <a:avLst/>
          </a:prstGeom>
          <a:noFill/>
        </p:spPr>
        <p:txBody>
          <a:bodyPr wrap="square" lIns="91440" tIns="45720" rIns="91440" bIns="45720" rtlCol="0" anchor="t">
            <a:spAutoFit/>
          </a:bodyPr>
          <a:lstStyle/>
          <a:p>
            <a:pPr algn="ctr"/>
            <a:r>
              <a:rPr lang="ko-KR" altLang="en-US" sz="4000" dirty="0">
                <a:latin typeface="맑은 고딕"/>
                <a:ea typeface="맑은 고딕"/>
              </a:rPr>
              <a:t>지도교수 </a:t>
            </a:r>
            <a:r>
              <a:rPr lang="en-US" altLang="ko-KR" sz="4000" dirty="0">
                <a:latin typeface="맑은 고딕"/>
                <a:ea typeface="맑은 고딕"/>
              </a:rPr>
              <a:t>:  </a:t>
            </a:r>
            <a:r>
              <a:rPr lang="en-US" altLang="ko-KR" sz="4000" dirty="0" err="1">
                <a:latin typeface="맑은 고딕"/>
                <a:ea typeface="맑은 고딕"/>
              </a:rPr>
              <a:t>정호영</a:t>
            </a:r>
            <a:r>
              <a:rPr lang="en-US" altLang="ko-KR" sz="4000" dirty="0">
                <a:latin typeface="맑은 고딕"/>
                <a:ea typeface="맑은 고딕"/>
              </a:rPr>
              <a:t> </a:t>
            </a:r>
            <a:r>
              <a:rPr lang="en-US" altLang="ko-KR" sz="4000" dirty="0" err="1">
                <a:latin typeface="맑은 고딕"/>
                <a:ea typeface="맑은 고딕"/>
              </a:rPr>
              <a:t>교수님</a:t>
            </a:r>
            <a:r>
              <a:rPr lang="ko-KR" altLang="en-US" sz="4000" dirty="0">
                <a:latin typeface="맑은 고딕"/>
                <a:ea typeface="맑은 고딕"/>
              </a:rPr>
              <a:t> </a:t>
            </a:r>
            <a:endParaRPr lang="en-US" altLang="ko-KR" sz="4000">
              <a:latin typeface="맑은 고딕"/>
              <a:ea typeface="맑은 고딕"/>
            </a:endParaRPr>
          </a:p>
        </p:txBody>
      </p:sp>
      <p:sp>
        <p:nvSpPr>
          <p:cNvPr id="56" name="TextBox 55"/>
          <p:cNvSpPr txBox="1"/>
          <p:nvPr/>
        </p:nvSpPr>
        <p:spPr>
          <a:xfrm>
            <a:off x="16598614" y="1334920"/>
            <a:ext cx="4171273" cy="2123658"/>
          </a:xfrm>
          <a:prstGeom prst="rect">
            <a:avLst/>
          </a:prstGeom>
          <a:noFill/>
        </p:spPr>
        <p:txBody>
          <a:bodyPr wrap="square" lIns="91440" tIns="45720" rIns="91440" bIns="45720" rtlCol="0" anchor="t">
            <a:spAutoFit/>
          </a:bodyPr>
          <a:lstStyle/>
          <a:p>
            <a:pPr algn="r"/>
            <a:r>
              <a:rPr lang="ko-KR" altLang="en-US" sz="4400">
                <a:solidFill>
                  <a:schemeClr val="bg1"/>
                </a:solidFill>
                <a:latin typeface="맑은 고딕"/>
                <a:ea typeface="맑은 고딕"/>
              </a:rPr>
              <a:t>김형준</a:t>
            </a:r>
            <a:endParaRPr lang="en-US" altLang="ko-KR" sz="4400">
              <a:solidFill>
                <a:schemeClr val="bg1"/>
              </a:solidFill>
              <a:latin typeface="맑은 고딕"/>
              <a:ea typeface="맑은 고딕"/>
            </a:endParaRPr>
          </a:p>
          <a:p>
            <a:pPr algn="r"/>
            <a:r>
              <a:rPr lang="ko-KR" altLang="en-US" sz="4400">
                <a:solidFill>
                  <a:schemeClr val="bg1"/>
                </a:solidFill>
                <a:latin typeface="맑은 고딕"/>
                <a:ea typeface="맑은 고딕"/>
              </a:rPr>
              <a:t>이서경</a:t>
            </a:r>
          </a:p>
          <a:p>
            <a:pPr algn="r"/>
            <a:r>
              <a:rPr lang="ko-KR" altLang="en-US" sz="4400">
                <a:solidFill>
                  <a:schemeClr val="bg1"/>
                </a:solidFill>
                <a:latin typeface="맑은 고딕"/>
                <a:ea typeface="맑은 고딕"/>
              </a:rPr>
              <a:t>윤지훈</a:t>
            </a:r>
            <a:endParaRPr lang="ko-KR" altLang="en-US" sz="4400" dirty="0">
              <a:solidFill>
                <a:schemeClr val="bg1"/>
              </a:solidFill>
              <a:latin typeface="+mj-ea"/>
              <a:ea typeface="+mj-ea"/>
            </a:endParaRPr>
          </a:p>
        </p:txBody>
      </p:sp>
      <p:sp>
        <p:nvSpPr>
          <p:cNvPr id="57" name="TextBox 56"/>
          <p:cNvSpPr txBox="1"/>
          <p:nvPr/>
        </p:nvSpPr>
        <p:spPr>
          <a:xfrm>
            <a:off x="4155908" y="1623651"/>
            <a:ext cx="13071808" cy="1555794"/>
          </a:xfrm>
          <a:prstGeom prst="rect">
            <a:avLst/>
          </a:prstGeom>
          <a:noFill/>
          <a:ln>
            <a:noFill/>
          </a:ln>
        </p:spPr>
        <p:txBody>
          <a:bodyPr wrap="square" lIns="91440" tIns="45720" rIns="91440" bIns="45720" anchor="t">
            <a:spAutoFit/>
          </a:bodyPr>
          <a:lstStyle/>
          <a:p>
            <a:pPr lvl="0" algn="ctr">
              <a:defRPr/>
            </a:pPr>
            <a:r>
              <a:rPr lang="en-US" altLang="ko-KR" sz="9600">
                <a:solidFill>
                  <a:schemeClr val="bg1"/>
                </a:solidFill>
                <a:latin typeface="맑은 고딕"/>
                <a:cs typeface="+mn-lt"/>
              </a:rPr>
              <a:t>RFID Smart Checkout</a:t>
            </a:r>
            <a:endParaRPr lang="en-US" altLang="ko-KR" sz="9600">
              <a:solidFill>
                <a:schemeClr val="bg1"/>
              </a:solidFill>
              <a:latin typeface="맑은 고딕"/>
              <a:cs typeface="+mn-lt"/>
            </a:endParaRPr>
          </a:p>
        </p:txBody>
      </p:sp>
      <p:sp>
        <p:nvSpPr>
          <p:cNvPr id="28" name="모서리가 둥근 직사각형 27"/>
          <p:cNvSpPr>
            <a:spLocks/>
          </p:cNvSpPr>
          <p:nvPr/>
        </p:nvSpPr>
        <p:spPr>
          <a:xfrm>
            <a:off x="535305" y="19122172"/>
            <a:ext cx="20191730" cy="10862528"/>
          </a:xfrm>
          <a:prstGeom prst="roundRect">
            <a:avLst>
              <a:gd name="adj" fmla="val 1255"/>
            </a:avLst>
          </a:prstGeom>
          <a:noFill/>
          <a:ln w="57150" cap="flat" cmpd="sng">
            <a:solidFill>
              <a:schemeClr val="accent5">
                <a:lumMod val="75000"/>
                <a:alpha val="10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square" lIns="91440" tIns="45720" rIns="91440" bIns="45720" numCol="1" anchor="ctr">
            <a:noAutofit/>
          </a:bodyPr>
          <a:lstStyle/>
          <a:p>
            <a:pPr marL="0" indent="0" algn="ctr" defTabSz="2479675" eaLnBrk="0" fontAlgn="auto">
              <a:lnSpc>
                <a:spcPct val="100000"/>
              </a:lnSpc>
              <a:spcBef>
                <a:spcPts val="0"/>
              </a:spcBef>
              <a:spcAft>
                <a:spcPts val="0"/>
              </a:spcAft>
              <a:buFontTx/>
              <a:buNone/>
            </a:pPr>
            <a:endParaRPr lang="ko-KR" altLang="en-US" sz="4880" b="0" cap="none" dirty="0">
              <a:latin typeface="맑은 고딕" charset="0"/>
              <a:ea typeface="맑은 고딕" charset="0"/>
            </a:endParaRPr>
          </a:p>
        </p:txBody>
      </p:sp>
      <p:pic>
        <p:nvPicPr>
          <p:cNvPr id="58" name="그림 57"/>
          <p:cNvPicPr>
            <a:picLocks noChangeAspect="1"/>
          </p:cNvPicPr>
          <p:nvPr/>
        </p:nvPicPr>
        <p:blipFill rotWithShape="1">
          <a:blip r:embed="rId3"/>
          <a:stretch>
            <a:fillRect/>
          </a:stretch>
        </p:blipFill>
        <p:spPr>
          <a:xfrm>
            <a:off x="775607" y="10950868"/>
            <a:ext cx="19832410" cy="4186738"/>
          </a:xfrm>
          <a:prstGeom prst="rect">
            <a:avLst/>
          </a:prstGeom>
        </p:spPr>
      </p:pic>
      <p:pic>
        <p:nvPicPr>
          <p:cNvPr id="59" name="그림 58"/>
          <p:cNvPicPr>
            <a:picLocks noChangeAspect="1"/>
          </p:cNvPicPr>
          <p:nvPr/>
        </p:nvPicPr>
        <p:blipFill rotWithShape="1">
          <a:blip r:embed="rId4"/>
          <a:stretch>
            <a:fillRect/>
          </a:stretch>
        </p:blipFill>
        <p:spPr>
          <a:xfrm>
            <a:off x="1804229" y="15274623"/>
            <a:ext cx="1562100" cy="2066925"/>
          </a:xfrm>
          <a:prstGeom prst="rect">
            <a:avLst/>
          </a:prstGeom>
        </p:spPr>
      </p:pic>
      <p:pic>
        <p:nvPicPr>
          <p:cNvPr id="60" name="그림 59"/>
          <p:cNvPicPr>
            <a:picLocks noChangeAspect="1"/>
          </p:cNvPicPr>
          <p:nvPr/>
        </p:nvPicPr>
        <p:blipFill rotWithShape="1">
          <a:blip r:embed="rId5"/>
          <a:stretch>
            <a:fillRect/>
          </a:stretch>
        </p:blipFill>
        <p:spPr>
          <a:xfrm>
            <a:off x="3481898" y="15137606"/>
            <a:ext cx="2143125" cy="2143125"/>
          </a:xfrm>
          <a:prstGeom prst="rect">
            <a:avLst/>
          </a:prstGeom>
        </p:spPr>
      </p:pic>
      <p:pic>
        <p:nvPicPr>
          <p:cNvPr id="61" name="그림 60"/>
          <p:cNvPicPr>
            <a:picLocks noChangeAspect="1"/>
          </p:cNvPicPr>
          <p:nvPr/>
        </p:nvPicPr>
        <p:blipFill rotWithShape="1">
          <a:blip r:embed="rId6"/>
          <a:stretch>
            <a:fillRect/>
          </a:stretch>
        </p:blipFill>
        <p:spPr>
          <a:xfrm>
            <a:off x="5973956" y="15137606"/>
            <a:ext cx="2247900" cy="2038350"/>
          </a:xfrm>
          <a:prstGeom prst="rect">
            <a:avLst/>
          </a:prstGeom>
        </p:spPr>
      </p:pic>
      <p:pic>
        <p:nvPicPr>
          <p:cNvPr id="62" name="그림 61"/>
          <p:cNvPicPr>
            <a:picLocks noChangeAspect="1"/>
          </p:cNvPicPr>
          <p:nvPr/>
        </p:nvPicPr>
        <p:blipFill rotWithShape="1">
          <a:blip r:embed="rId7"/>
          <a:stretch>
            <a:fillRect/>
          </a:stretch>
        </p:blipFill>
        <p:spPr>
          <a:xfrm>
            <a:off x="8221856" y="15137606"/>
            <a:ext cx="2143125" cy="2143125"/>
          </a:xfrm>
          <a:prstGeom prst="rect">
            <a:avLst/>
          </a:prstGeom>
        </p:spPr>
      </p:pic>
      <p:pic>
        <p:nvPicPr>
          <p:cNvPr id="63" name="그림 62"/>
          <p:cNvPicPr>
            <a:picLocks noChangeAspect="1"/>
          </p:cNvPicPr>
          <p:nvPr/>
        </p:nvPicPr>
        <p:blipFill rotWithShape="1">
          <a:blip r:embed="rId8"/>
          <a:stretch>
            <a:fillRect/>
          </a:stretch>
        </p:blipFill>
        <p:spPr>
          <a:xfrm>
            <a:off x="10166861" y="15137606"/>
            <a:ext cx="2143125" cy="2133600"/>
          </a:xfrm>
          <a:prstGeom prst="rect">
            <a:avLst/>
          </a:prstGeom>
        </p:spPr>
      </p:pic>
      <p:pic>
        <p:nvPicPr>
          <p:cNvPr id="64" name="그림 63"/>
          <p:cNvPicPr>
            <a:picLocks noChangeAspect="1"/>
          </p:cNvPicPr>
          <p:nvPr/>
        </p:nvPicPr>
        <p:blipFill rotWithShape="1">
          <a:blip r:embed="rId9"/>
          <a:stretch>
            <a:fillRect/>
          </a:stretch>
        </p:blipFill>
        <p:spPr>
          <a:xfrm>
            <a:off x="12309986" y="15137606"/>
            <a:ext cx="2133600" cy="2133600"/>
          </a:xfrm>
          <a:prstGeom prst="rect">
            <a:avLst/>
          </a:prstGeom>
        </p:spPr>
      </p:pic>
      <p:pic>
        <p:nvPicPr>
          <p:cNvPr id="65" name="그림 64"/>
          <p:cNvPicPr>
            <a:picLocks noChangeAspect="1"/>
          </p:cNvPicPr>
          <p:nvPr/>
        </p:nvPicPr>
        <p:blipFill rotWithShape="1">
          <a:blip r:embed="rId10"/>
          <a:stretch>
            <a:fillRect/>
          </a:stretch>
        </p:blipFill>
        <p:spPr>
          <a:xfrm>
            <a:off x="14732738" y="15509080"/>
            <a:ext cx="2590800" cy="1762125"/>
          </a:xfrm>
          <a:prstGeom prst="rect">
            <a:avLst/>
          </a:prstGeom>
        </p:spPr>
      </p:pic>
      <p:pic>
        <p:nvPicPr>
          <p:cNvPr id="67" name="그림 66"/>
          <p:cNvPicPr>
            <a:picLocks noChangeAspect="1"/>
          </p:cNvPicPr>
          <p:nvPr/>
        </p:nvPicPr>
        <p:blipFill rotWithShape="1">
          <a:blip r:embed="rId11"/>
          <a:stretch>
            <a:fillRect/>
          </a:stretch>
        </p:blipFill>
        <p:spPr>
          <a:xfrm>
            <a:off x="17612690" y="15137606"/>
            <a:ext cx="2143125" cy="2143125"/>
          </a:xfrm>
          <a:prstGeom prst="rect">
            <a:avLst/>
          </a:prstGeom>
        </p:spPr>
      </p:pic>
      <p:pic>
        <p:nvPicPr>
          <p:cNvPr id="69" name="그림 68"/>
          <p:cNvPicPr>
            <a:picLocks noChangeAspect="1"/>
          </p:cNvPicPr>
          <p:nvPr/>
        </p:nvPicPr>
        <p:blipFill rotWithShape="1">
          <a:blip r:embed="rId12"/>
          <a:stretch>
            <a:fillRect/>
          </a:stretch>
        </p:blipFill>
        <p:spPr>
          <a:xfrm>
            <a:off x="15656328" y="19379350"/>
            <a:ext cx="4477419" cy="9949821"/>
          </a:xfrm>
          <a:prstGeom prst="rect">
            <a:avLst/>
          </a:prstGeom>
        </p:spPr>
      </p:pic>
      <p:pic>
        <p:nvPicPr>
          <p:cNvPr id="72" name="그림 71"/>
          <p:cNvPicPr>
            <a:picLocks noChangeAspect="1"/>
          </p:cNvPicPr>
          <p:nvPr/>
        </p:nvPicPr>
        <p:blipFill rotWithShape="1">
          <a:blip r:embed="rId13"/>
          <a:stretch>
            <a:fillRect/>
          </a:stretch>
        </p:blipFill>
        <p:spPr>
          <a:xfrm>
            <a:off x="9408795" y="19379350"/>
            <a:ext cx="6057901" cy="9692641"/>
          </a:xfrm>
          <a:prstGeom prst="rect">
            <a:avLst/>
          </a:prstGeom>
        </p:spPr>
      </p:pic>
      <p:pic>
        <p:nvPicPr>
          <p:cNvPr id="73" name="그림 72"/>
          <p:cNvPicPr>
            <a:picLocks noChangeAspect="1"/>
          </p:cNvPicPr>
          <p:nvPr/>
        </p:nvPicPr>
        <p:blipFill rotWithShape="1">
          <a:blip r:embed="rId14"/>
          <a:stretch>
            <a:fillRect/>
          </a:stretch>
        </p:blipFill>
        <p:spPr>
          <a:xfrm>
            <a:off x="976821" y="19665100"/>
            <a:ext cx="7839079" cy="5879309"/>
          </a:xfrm>
          <a:prstGeom prst="rect">
            <a:avLst/>
          </a:prstGeom>
        </p:spPr>
      </p:pic>
    </p:spTree>
    <p:extLst>
      <p:ext uri="{BB962C8B-B14F-4D97-AF65-F5344CB8AC3E}">
        <p14:creationId xmlns:p14="http://schemas.microsoft.com/office/powerpoint/2010/main" val="942295965"/>
      </p:ext>
    </p:extLst>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60</ep:Words>
  <ep:PresentationFormat>사용자 지정</ep:PresentationFormat>
  <ep:Paragraphs>15</ep:Paragraphs>
  <ep:Slides>1</ep:Slides>
  <ep:Notes>0</ep:Notes>
  <ep:TotalTime>0</ep:TotalTime>
  <ep:HiddenSlides>0</ep:HiddenSlides>
  <ep:MMClips>0</ep:MMClips>
  <ep:HeadingPairs>
    <vt:vector size="4" baseType="variant">
      <vt:variant>
        <vt:lpstr>테마</vt:lpstr>
      </vt:variant>
      <vt:variant>
        <vt:i4>1</vt:i4>
      </vt:variant>
      <vt:variant>
        <vt:lpstr>슬라이드 제목</vt:lpstr>
      </vt:variant>
      <vt:variant>
        <vt:i4>1</vt:i4>
      </vt:variant>
    </vt:vector>
  </ep:HeadingPairs>
  <ep:TitlesOfParts>
    <vt:vector size="2" baseType="lpstr">
      <vt:lpstr>Office 테마</vt:lpstr>
      <vt:lpstr>슬라이드 1</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creator>Windows 사용자</dc:creator>
  <cp:lastModifiedBy>Brain</cp:lastModifiedBy>
  <dcterms:modified xsi:type="dcterms:W3CDTF">2026-05-06T14:08:09.969</dcterms:modified>
  <cp:revision>112</cp:revision>
  <dc:title>PowerPoint 프레젠테이션</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